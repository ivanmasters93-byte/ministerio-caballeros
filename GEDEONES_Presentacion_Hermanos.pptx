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84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7FA"/>
                </a:solidFill>
              </a:rPr>
              <a:t>BIENVENIDO 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4842A"/>
                </a:solidFill>
              </a:rPr>
              <a:t>GEDEONES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7FA"/>
                </a:solidFill>
              </a:rPr>
              <a:t>Ministerio de Caballeros - Conectados en Fe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Regístrate en segundos y mantente conectado con tu comunidad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3B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¿Qué es GEDEONES?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D4842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3E50"/>
                </a:solidFill>
              </a:rPr>
              <a:t>GEDEONES es tu plataforma de conexión ministerial.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E5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3E50"/>
                </a:solidFill>
              </a:rPr>
              <a:t>Aquí puedes: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E5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</a:rPr>
              <a:t>📱 Ver el calendario de eventos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</a:rPr>
              <a:t>📢 Recibir anuncios importantes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</a:rPr>
              <a:t>📖 Acceder a recursos espirituales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</a:rPr>
              <a:t>🙏 Compartir peticiones de oración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</a:rPr>
              <a:t>🤝 Conectar con tu comunidad de fe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3B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Características Principales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25400">
            <a:solidFill>
              <a:srgbClr val="2E7D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B6F"/>
                </a:solidFill>
              </a:rPr>
              <a:t>📅 Calendario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E50"/>
                </a:solidFill>
              </a:rPr>
              <a:t>Eventos y reuniones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13716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25400">
            <a:solidFill>
              <a:srgbClr val="2E7D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B6F"/>
                </a:solidFill>
              </a:rPr>
              <a:t>📬 Anuncios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71800" y="2011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E50"/>
                </a:solidFill>
              </a:rPr>
              <a:t>Notificaciones a tiempo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25400">
            <a:solidFill>
              <a:srgbClr val="2E7D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B6F"/>
                </a:solidFill>
              </a:rPr>
              <a:t>📖 Recursos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E50"/>
                </a:solidFill>
              </a:rPr>
              <a:t>Materiales espirituales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30632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25400">
            <a:solidFill>
              <a:srgbClr val="2E7D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B6F"/>
                </a:solidFill>
              </a:rPr>
              <a:t>🙏 Peticiones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71800" y="3703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E50"/>
                </a:solidFill>
              </a:rPr>
              <a:t>Intercesión comunitaria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3B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Tu Información Personal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D4842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B6F"/>
                </a:solidFill>
              </a:rPr>
              <a:t>Nombre Completo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315200" cy="365760"/>
          </a:xfrm>
          <a:prstGeom prst="rect">
            <a:avLst/>
          </a:prstGeom>
          <a:solidFill>
            <a:srgbClr val="ECF0F1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5087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Tu nombre...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B6F"/>
                </a:solidFill>
              </a:rPr>
              <a:t>Edad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solidFill>
            <a:srgbClr val="ECF0F1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377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Tu edad...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B6F"/>
                </a:solidFill>
              </a:rPr>
              <a:t>Teléfono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solidFill>
            <a:srgbClr val="ECF0F1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461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Tu teléfono...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3B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 Poco Más Sobre Ti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2E7D9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B6F"/>
                </a:solidFill>
              </a:rPr>
              <a:t>Dirección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315200" cy="365760"/>
          </a:xfrm>
          <a:prstGeom prst="rect">
            <a:avLst/>
          </a:prstGeom>
          <a:solidFill>
            <a:srgbClr val="ECF0F1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5087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Tu dirección...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B6F"/>
                </a:solidFill>
              </a:rPr>
              <a:t>Ocupación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solidFill>
            <a:srgbClr val="ECF0F1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377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Tu trabajo...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B6F"/>
                </a:solidFill>
              </a:rPr>
              <a:t>Estado Civil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solidFill>
            <a:srgbClr val="ECF0F1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461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Selecciona...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3B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Tu Red Ministerial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B6F"/>
                </a:solidFill>
              </a:rPr>
              <a:t>Selecciona tu grupo de edad: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25400">
            <a:solidFill>
              <a:srgbClr val="2E7D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B6F"/>
                </a:solidFill>
              </a:rPr>
              <a:t>🌱 Red Menor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E50"/>
                </a:solidFill>
              </a:rPr>
              <a:t>18-30 años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D9E"/>
                </a:solidFill>
              </a:rPr>
              <a:t>✓ Selecciona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25400">
            <a:solidFill>
              <a:srgbClr val="2E7D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B6F"/>
                </a:solidFill>
              </a:rPr>
              <a:t>🌿 Red Media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E50"/>
                </a:solidFill>
              </a:rPr>
              <a:t>31-40 años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D9E"/>
                </a:solidFill>
              </a:rPr>
              <a:t>✓ Selecciona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55448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25400">
            <a:solidFill>
              <a:srgbClr val="2E7D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B6F"/>
                </a:solidFill>
              </a:rPr>
              <a:t>🌳 Red Mayor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E50"/>
                </a:solidFill>
              </a:rPr>
              <a:t>41-75 años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D9E"/>
                </a:solidFill>
              </a:rPr>
              <a:t>✓ Selecciona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0" y="731520"/>
            <a:ext cx="2286000" cy="2286000"/>
          </a:xfrm>
          <a:prstGeom prst="ellipse">
            <a:avLst/>
          </a:prstGeom>
          <a:solidFill>
            <a:srgbClr val="D4842A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0" y="7315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</a:rPr>
              <a:t>✓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3B6F"/>
                </a:solidFill>
              </a:rPr>
              <a:t>¡Excelente!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E50"/>
                </a:solidFill>
              </a:rPr>
              <a:t>Tu información ha sido registrada correctamente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9E"/>
                </a:solidFill>
              </a:rPr>
              <a:t>Ya eres parte de la comunidad GEDEONES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3B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Próximos Pasos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D484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B6F"/>
                </a:solidFill>
              </a:rPr>
              <a:t>Accede a la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E50"/>
                </a:solidFill>
              </a:rPr>
              <a:t>Con tu email y contraseña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D4842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057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B6F"/>
                </a:solidFill>
              </a:rPr>
              <a:t>Explora el calendario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E50"/>
                </a:solidFill>
              </a:rPr>
              <a:t>Descubre eventos próximos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D4842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B6F"/>
                </a:solidFill>
              </a:rPr>
              <a:t>Únete a tu 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2004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E50"/>
                </a:solidFill>
              </a:rPr>
              <a:t>Conecta con tu comunidad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D4842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794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B6F"/>
                </a:solidFill>
              </a:rPr>
              <a:t>Mantente activo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0690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E50"/>
                </a:solidFill>
              </a:rPr>
              <a:t>Participa y crece en fe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8229600" cy="548640"/>
          </a:xfrm>
          <a:prstGeom prst="rect">
            <a:avLst>
              <a:gd name="adj" fmla="val 8333"/>
            </a:avLst>
          </a:prstGeom>
          <a:solidFill>
            <a:srgbClr val="2E7D9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¿Preguntas? Contacta a tu líder de red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Bienvenido a GEDEONES</dc:title>
  <dc:subject>PptxGenJS Presentation</dc:subject>
  <dc:creator>GEDEONES Ministerio</dc:creator>
  <cp:lastModifiedBy>GEDEONES Ministerio</cp:lastModifiedBy>
  <cp:revision>1</cp:revision>
  <dcterms:created xsi:type="dcterms:W3CDTF">2026-04-13T02:05:49Z</dcterms:created>
  <dcterms:modified xsi:type="dcterms:W3CDTF">2026-04-13T02:05:49Z</dcterms:modified>
</cp:coreProperties>
</file>